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SY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815320B-C92D-4920-8AAD-C2A031D68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B8EAABA1-02F9-436C-99AB-83BD1ABC9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75C8F03-0EC7-45DA-84BE-E94854C0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6E924DD-981F-4E6F-88CC-D9FB5949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19D6565-D324-41EE-90EF-9C6551FAF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044949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92A910A-D603-49AC-8FCC-5F4356F8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16B7686-1E3C-41DE-824E-F4BCD937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3857E56-40D5-463F-A400-E0A00E55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8FC595C-43CB-40D1-8420-9C863DD54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6BB37F9-9E58-448A-862D-F401D87C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005621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72036F-3C62-429C-81F2-48A3B5E5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3BEF78F-4429-41E9-9150-2656AFA7E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26B1EE7-351B-4BA6-A542-8727771F9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A246F07-026A-44C6-A5F5-E05A3F70D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B93657A-6241-41C2-8A7D-6D6D8305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57545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76F0A5C-1C04-4BB8-8885-CB39E9E81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46889AF-F760-4660-A5A9-85FF3AB33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E35080B-B84D-49AD-86D4-C4648F76C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ADA81BC-54B1-45B5-9049-835DF328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5F05F47A-50DF-4CB4-ACEE-3369C6B8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BA058C5-481E-4B49-907D-CB0520AB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18218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6AF0747-4E05-4195-8488-E321216D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F60E201-16DC-490A-834D-D593FF41A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D7E8054-20CC-4F4C-9D3B-72FE3CC5A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00F3DBE2-7B1C-4B6F-BA4B-5A74B9EFE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9425DA50-355F-4B85-87DB-B2AF37173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7A490100-FB41-4FAF-8C84-22A8A75A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35DD9F67-16F5-4E4C-9791-1CD0C64FD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EF0E88B2-1B87-4E27-9527-8FB864E3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918425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D93D6E5-C574-42CD-9F08-54BFBAF6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814910AE-461E-4DC5-A2BB-CC3A04C6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F4F417A9-3556-473C-8FA2-C9A08E0D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F3DC2853-3DC4-4038-80FD-D2C8C0C0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904820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FDBE5B0C-B88B-4BBD-8592-20033133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B986BB41-BD92-46F2-803D-F548887E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5E65921-D632-45BC-B8D7-FD3F44BF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8560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AA045FA-3AAA-456C-B776-4813EF5F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30FD131-85E0-4238-B222-391ADC88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0C582F3F-ECF8-4CCD-86B5-33D42BA47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0B9AF063-1C25-49D7-B22C-3D41078D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876AB7F-6B2F-4F04-BF53-CA3652F1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3BC05FC-CB5D-4412-9A34-508DFF04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77285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EF352E1-D96E-4587-8289-4AD46BE0F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48ACD41C-217A-499D-9912-4D14FF74E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6D573E06-E087-42E3-A1D1-90BBF8BB8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0395B24-CAEB-4898-9110-80F62AF28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FEC2738-65AA-4B3A-95F7-582DDC90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D3D36E9B-E41C-4F0C-BDEF-58B23D28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446166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1DB5011-26DC-4794-8921-8BC10B6C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930C53B8-6AAD-406B-8141-97994B019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CDA4577-1523-4D87-AECF-407C6F58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D30BEB0-6EC9-4552-B990-17C4B0E6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7F71E9B-0BC2-4FFC-99A6-0CC646A8C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103988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5EAE3839-4BDA-4DF0-A94D-B9E55A6E9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F28640F5-41A8-4EDA-8685-39943CDF1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1FF5B5E-A3EF-46B4-BF71-59B06ABB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8310043-B89F-4E7A-A172-7514ECCE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AA4A2B9-ABB6-4EFA-9407-90352B84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2471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0839D40C-3B36-450C-A4E5-E6E338DC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FDD2A3A-25F1-444A-98D6-120C75E63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2AC7A58-6C41-4153-95CD-5B42A3E51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BDCDE-67AD-4892-8F76-721560FAB3B7}" type="datetimeFigureOut">
              <a:rPr lang="ar-SY" smtClean="0"/>
              <a:t>27/09/1447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9FEAEC1-5D6B-4373-89BF-0DFB1A17D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4A6A5A2-68CA-45D8-AD7C-0FC8AC5D4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C3FE5-C9ED-427A-B4F9-E394967B1E43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49816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Y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public/artifacts/c6273248-9f4d-40ca-ab4c-bf5e4c5ddad0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96B8137-0EE4-4C27-93D3-CBACFE90B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411" y="936954"/>
            <a:ext cx="10225177" cy="2492046"/>
          </a:xfrm>
        </p:spPr>
        <p:txBody>
          <a:bodyPr>
            <a:normAutofit fontScale="90000"/>
          </a:bodyPr>
          <a:lstStyle/>
          <a:p>
            <a:r>
              <a:rPr lang="ar-SY" dirty="0"/>
              <a:t> شات بوت ذكاء اصطناعي يخدم مجتمعكم ويحل مشكلة حقيقية. هذا ليس تمريناً أكاديمياً — هذا منتج ستفخرون بعرضه.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BB1D2FB-4EEF-4A16-9EB3-E6758B2DFC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https://claude.ai/public/artifacts/c6273248-9f4d-40ca-ab4c-bf5e4c5ddad0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585069921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شاشة عريضة</PresentationFormat>
  <Paragraphs>2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نسق Office</vt:lpstr>
      <vt:lpstr> شات بوت ذكاء اصطناعي يخدم مجتمعكم ويحل مشكلة حقيقية. هذا ليس تمريناً أكاديمياً — هذا منتج ستفخرون بعرضه.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شات بوت ذكاء اصطناعي يخدم مجتمعكم ويحل مشكلة حقيقية. هذا ليس تمريناً أكاديمياً — هذا منتج ستفخرون بعرضه.</dc:title>
  <dc:creator>qc</dc:creator>
  <cp:lastModifiedBy>qc</cp:lastModifiedBy>
  <cp:revision>1</cp:revision>
  <dcterms:created xsi:type="dcterms:W3CDTF">2026-03-15T13:07:37Z</dcterms:created>
  <dcterms:modified xsi:type="dcterms:W3CDTF">2026-03-15T13:07:54Z</dcterms:modified>
</cp:coreProperties>
</file>